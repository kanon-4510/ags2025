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61" r:id="rId6"/>
    <p:sldId id="259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7E423D-535E-45AE-8DD0-501CAF50A4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2796196-15A0-4FD3-913A-C873F828D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57366B-3646-4147-A0B1-0BC092E24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FB15-42F3-4AAC-8FE9-71B7F0D1C8A1}" type="datetimeFigureOut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DADE49-7500-4927-9FDB-621080A67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092FEA-3C96-483E-94E3-3022EC928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075F-52C7-40A5-9039-B07EBF4AA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97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7AADC5-7642-473F-B645-4A2D67E91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9A886B-870F-4050-A56A-60DA12463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E4A04F-B79D-474A-99F1-E312D183B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FB15-42F3-4AAC-8FE9-71B7F0D1C8A1}" type="datetimeFigureOut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5DE1FE-CFFC-4766-87BC-A5821E067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DA5548-44FF-4076-8629-D7C2D907D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075F-52C7-40A5-9039-B07EBF4AA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1787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5AC85D-23E3-4B14-A619-32F7E74F6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AB25DE-FFDB-4167-93B9-3FB63F4AE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5FADD8-33DA-43E2-A929-35FE6A879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FB15-42F3-4AAC-8FE9-71B7F0D1C8A1}" type="datetimeFigureOut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D08ED2-D9EE-41A8-B5F2-326A81B1E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D4E432-4CBE-48EB-AA85-FE6AA669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075F-52C7-40A5-9039-B07EBF4AA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2574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B7359B-49B2-4F7B-98D1-35C3D02D0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4F9D00-FCC1-4D79-B15A-D13ED5F7B9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C94D10A-A418-4523-A96D-2CD456DC2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79CD44-FC30-4F8E-8BBA-C13A6E566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FB15-42F3-4AAC-8FE9-71B7F0D1C8A1}" type="datetimeFigureOut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28177A-6B54-421C-ACE8-614A998D0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51142B1-C5FA-44A4-BE73-A4421D7B8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075F-52C7-40A5-9039-B07EBF4AA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0804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9233D2-CDF1-47EF-9DF7-1314F7E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3B80D46-FCC6-438D-B0C9-F182ED587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0CA2827-8AF0-49BF-9B5D-C7C37D931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7FDE138-43B5-4C66-8AD4-7601A9302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3FEFA54-9833-4D28-8DD3-D29597A6BE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D637B1D-AE59-4730-B1D0-3FF2E1D24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FB15-42F3-4AAC-8FE9-71B7F0D1C8A1}" type="datetimeFigureOut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F3A0AEA-F72C-440B-B38C-18F225371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F81E14F-26AC-46F8-907F-03F07838D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075F-52C7-40A5-9039-B07EBF4AA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992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5A8C06-CF1F-4734-AD55-11E96FADA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50C9101-DC9C-4A3B-86FC-8BB936F7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FB15-42F3-4AAC-8FE9-71B7F0D1C8A1}" type="datetimeFigureOut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11A4B80-68EA-4E3F-954C-ACE28FE76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2FED8C1-BA06-4247-A2A8-7ED781A3E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075F-52C7-40A5-9039-B07EBF4AA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9190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6A2659B-5623-4529-A4F5-892972B88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FB15-42F3-4AAC-8FE9-71B7F0D1C8A1}" type="datetimeFigureOut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E871906-46AA-47B9-9427-B41457987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DEB8979-B18F-427C-A856-4B4148B6A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075F-52C7-40A5-9039-B07EBF4AA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4661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590072-38DA-489E-AD02-6A8651A32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B88FB4-6B3B-4F37-BA3F-50F9BCFA1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2AEE6D0-6B47-42B2-99AD-0B9F77EC1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32A32C-4622-4907-B266-B5DCB2355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FB15-42F3-4AAC-8FE9-71B7F0D1C8A1}" type="datetimeFigureOut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8F6B173-EDDF-4DA9-B1B8-252A9069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CF890E3-0F87-4113-8FD6-804EE786E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075F-52C7-40A5-9039-B07EBF4AA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244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4A0081-9BA0-4F48-908A-8F33B3E8C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CD2FDE0-BF33-4693-B981-41D0998CA1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DA3A2B3-9657-4B2D-99FD-0429B8651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52E4C92-2A0B-40D3-B22E-ADC353814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FB15-42F3-4AAC-8FE9-71B7F0D1C8A1}" type="datetimeFigureOut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F06C3CB-0FFF-44ED-9B76-8AC8A695F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311A13C-D5E8-45DE-8370-DA9643FCC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075F-52C7-40A5-9039-B07EBF4AA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1528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C3A1C2-FBB2-413F-8437-BF70BCABF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682C8EE-05EC-4985-A26F-FED3552DC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BEC52B-ED9A-444C-983A-689D383B3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FB15-42F3-4AAC-8FE9-71B7F0D1C8A1}" type="datetimeFigureOut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82DD9F-0B99-4C85-A74B-79985F7AE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B70445-0160-48F4-BB56-F35C9FD70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075F-52C7-40A5-9039-B07EBF4AA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4736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DFAF83A-683A-4E65-9A40-45AD54EE88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35C4B7A-4540-496A-824E-C40877745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3B0A8C-2D10-406F-B8AB-AB800838D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FB15-42F3-4AAC-8FE9-71B7F0D1C8A1}" type="datetimeFigureOut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7DAABF-FE95-45C4-AEFB-605A50E76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955C41-7828-48B9-A0B2-6F33589AA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075F-52C7-40A5-9039-B07EBF4AA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188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0D11135-90F4-42F7-A541-85C5331D0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CF21ABC-95C9-4E53-AC84-35EBDF101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CDB1C6-730A-42C0-B212-B24EBC8B66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11FB15-42F3-4AAC-8FE9-71B7F0D1C8A1}" type="datetimeFigureOut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B02686-254E-414C-A590-883816EF7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96D47E-6DBD-4B5F-9335-21E72A986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2075F-52C7-40A5-9039-B07EBF4AA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9393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地平線のイラスト（草原・背景素材）">
            <a:extLst>
              <a:ext uri="{FF2B5EF4-FFF2-40B4-BE49-F238E27FC236}">
                <a16:creationId xmlns:a16="http://schemas.microsoft.com/office/drawing/2014/main" id="{7000C008-26FA-4BB8-8B67-A88717D10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080"/>
            <a:ext cx="12192000" cy="6868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BF453BD8-DD2F-4DAB-9F1B-85BABC4E3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319039"/>
          </a:xfrm>
        </p:spPr>
        <p:txBody>
          <a:bodyPr/>
          <a:lstStyle/>
          <a:p>
            <a:r>
              <a:rPr kumimoji="1" lang="ja-JP" altLang="en-US" dirty="0"/>
              <a:t>中間発表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7C4CC5B-7049-4240-A816-7406A7E91D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16810"/>
            <a:ext cx="9144000" cy="2466544"/>
          </a:xfrm>
        </p:spPr>
        <p:txBody>
          <a:bodyPr>
            <a:normAutofit/>
          </a:bodyPr>
          <a:lstStyle/>
          <a:p>
            <a:r>
              <a:rPr lang="ja-JP" altLang="en-US"/>
              <a:t>腰痛にバファリン</a:t>
            </a:r>
            <a:br>
              <a:rPr kumimoji="1" lang="en-US" altLang="ja-JP" dirty="0"/>
            </a:br>
            <a:r>
              <a:rPr kumimoji="1" lang="ja-JP" altLang="en-US" dirty="0"/>
              <a:t>池田翼</a:t>
            </a:r>
            <a:br>
              <a:rPr kumimoji="1" lang="en-US" altLang="ja-JP" dirty="0"/>
            </a:br>
            <a:r>
              <a:rPr kumimoji="1" lang="ja-JP" altLang="en-US" dirty="0"/>
              <a:t>髙野礼央</a:t>
            </a:r>
            <a:br>
              <a:rPr lang="en-US" altLang="ja-JP" dirty="0"/>
            </a:br>
            <a:r>
              <a:rPr lang="ja-JP" altLang="en-US" dirty="0"/>
              <a:t>田中良明</a:t>
            </a:r>
            <a:br>
              <a:rPr lang="en-US" altLang="ja-JP" dirty="0"/>
            </a:br>
            <a:r>
              <a:rPr lang="ja-JP" altLang="en-US" dirty="0"/>
              <a:t>中山拓海</a:t>
            </a:r>
            <a:endParaRPr lang="en-US" altLang="ja-JP" dirty="0"/>
          </a:p>
        </p:txBody>
      </p:sp>
      <p:pic>
        <p:nvPicPr>
          <p:cNvPr id="1026" name="Picture 2" descr="勇者のイラスト">
            <a:extLst>
              <a:ext uri="{FF2B5EF4-FFF2-40B4-BE49-F238E27FC236}">
                <a16:creationId xmlns:a16="http://schemas.microsoft.com/office/drawing/2014/main" id="{183BDC8B-AC37-4C73-A938-AD3C16826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6959" y="988241"/>
            <a:ext cx="329565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植物の苗のイラスト">
            <a:extLst>
              <a:ext uri="{FF2B5EF4-FFF2-40B4-BE49-F238E27FC236}">
                <a16:creationId xmlns:a16="http://schemas.microsoft.com/office/drawing/2014/main" id="{A92D8B57-5C36-42EF-A07F-57858B506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64" y="3816810"/>
            <a:ext cx="1740871" cy="2091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7181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モンスターのアイコン3">
            <a:extLst>
              <a:ext uri="{FF2B5EF4-FFF2-40B4-BE49-F238E27FC236}">
                <a16:creationId xmlns:a16="http://schemas.microsoft.com/office/drawing/2014/main" id="{8F749A6A-F6B5-4699-B793-4CC848F9F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84" y="4133238"/>
            <a:ext cx="2724762" cy="2724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3947A29-D458-4D20-AF58-53048669B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B569B3-6273-470F-8B91-278C4C0FB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ゲーム説明</a:t>
            </a:r>
            <a:endParaRPr kumimoji="1" lang="en-US" altLang="ja-JP" dirty="0"/>
          </a:p>
          <a:p>
            <a:r>
              <a:rPr kumimoji="1" lang="ja-JP" altLang="en-US" dirty="0"/>
              <a:t>ルールと流れ</a:t>
            </a:r>
            <a:endParaRPr kumimoji="1" lang="en-US" altLang="ja-JP" dirty="0"/>
          </a:p>
          <a:p>
            <a:r>
              <a:rPr lang="ja-JP" altLang="en-US" dirty="0"/>
              <a:t>進捗状況</a:t>
            </a:r>
            <a:endParaRPr lang="en-US" altLang="ja-JP" dirty="0"/>
          </a:p>
          <a:p>
            <a:r>
              <a:rPr kumimoji="1" lang="ja-JP" altLang="en-US" dirty="0"/>
              <a:t>今後と追加</a:t>
            </a:r>
          </a:p>
        </p:txBody>
      </p:sp>
      <p:pic>
        <p:nvPicPr>
          <p:cNvPr id="2050" name="Picture 2" descr="据置型ゲーム機で遊ぶ子供達のイラスト">
            <a:extLst>
              <a:ext uri="{FF2B5EF4-FFF2-40B4-BE49-F238E27FC236}">
                <a16:creationId xmlns:a16="http://schemas.microsoft.com/office/drawing/2014/main" id="{EB7926AF-7759-4234-B849-2F0B14ED6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866" y="2571750"/>
            <a:ext cx="428625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モンスターのアイコン4">
            <a:extLst>
              <a:ext uri="{FF2B5EF4-FFF2-40B4-BE49-F238E27FC236}">
                <a16:creationId xmlns:a16="http://schemas.microsoft.com/office/drawing/2014/main" id="{416830E7-3AFA-414A-806D-4B5ADB670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278" y="4611496"/>
            <a:ext cx="2246503" cy="2246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モンスターのアイコン12">
            <a:extLst>
              <a:ext uri="{FF2B5EF4-FFF2-40B4-BE49-F238E27FC236}">
                <a16:creationId xmlns:a16="http://schemas.microsoft.com/office/drawing/2014/main" id="{DF3CEE21-0E86-44EE-A220-210772C87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1724" y="4611495"/>
            <a:ext cx="2246504" cy="224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043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7E1003-A089-4F92-A8CB-608D252D6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ゲームについて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694866-4863-4163-A238-875CBFF99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元となるゲーム</a:t>
            </a:r>
            <a:r>
              <a:rPr kumimoji="1" lang="en-US" altLang="ja-JP" dirty="0"/>
              <a:t>	  </a:t>
            </a:r>
            <a:r>
              <a:rPr lang="en-US" altLang="ja-JP" dirty="0"/>
              <a:t>YGGROW UPSILL</a:t>
            </a:r>
            <a:r>
              <a:rPr kumimoji="1" lang="ja-JP" altLang="en-US" dirty="0"/>
              <a:t>　</a:t>
            </a:r>
            <a:endParaRPr kumimoji="1" lang="en-US" altLang="ja-JP" dirty="0"/>
          </a:p>
          <a:p>
            <a:r>
              <a:rPr lang="ja-JP" altLang="en-US" dirty="0"/>
              <a:t>ゲーム名</a:t>
            </a:r>
            <a:r>
              <a:rPr lang="en-US" altLang="ja-JP" dirty="0"/>
              <a:t>		  YGGROW UPSILL 3D</a:t>
            </a:r>
          </a:p>
          <a:p>
            <a:r>
              <a:rPr kumimoji="1" lang="ja-JP" altLang="en-US" dirty="0"/>
              <a:t>開発環境</a:t>
            </a:r>
            <a:r>
              <a:rPr kumimoji="1" lang="en-US" altLang="ja-JP" dirty="0"/>
              <a:t>		  </a:t>
            </a:r>
            <a:r>
              <a:rPr kumimoji="1" lang="en-US" altLang="ja-JP" dirty="0" err="1"/>
              <a:t>DxLib</a:t>
            </a:r>
            <a:endParaRPr kumimoji="1" lang="en-US" altLang="ja-JP" dirty="0"/>
          </a:p>
          <a:p>
            <a:r>
              <a:rPr lang="ja-JP" altLang="en-US" dirty="0"/>
              <a:t>その他　　　　   </a:t>
            </a:r>
            <a:r>
              <a:rPr lang="en-US" altLang="ja-JP" dirty="0"/>
              <a:t>4</a:t>
            </a:r>
            <a:r>
              <a:rPr lang="ja-JP" altLang="en-US" dirty="0"/>
              <a:t>人で制作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		  </a:t>
            </a:r>
            <a:r>
              <a:rPr lang="ja-JP" altLang="en-US" dirty="0"/>
              <a:t>ひとりプレイ</a:t>
            </a: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/>
              <a:t>			  </a:t>
            </a:r>
            <a:r>
              <a:rPr kumimoji="1" lang="ja-JP" altLang="en-US" dirty="0"/>
              <a:t>アクション</a:t>
            </a:r>
            <a:r>
              <a:rPr kumimoji="1" lang="en-US" altLang="ja-JP" dirty="0"/>
              <a:t>×</a:t>
            </a:r>
            <a:r>
              <a:rPr kumimoji="1" lang="ja-JP" altLang="en-US" dirty="0"/>
              <a:t>育成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		</a:t>
            </a:r>
            <a:r>
              <a:rPr lang="ja-JP" altLang="en-US" dirty="0"/>
              <a:t>　　    キーボード使用</a:t>
            </a:r>
            <a:endParaRPr kumimoji="1" lang="en-US" altLang="ja-JP" dirty="0"/>
          </a:p>
          <a:p>
            <a:endParaRPr kumimoji="1"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DCB94EC-4EB7-4029-B185-0BDDD8D87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8147" y="501956"/>
            <a:ext cx="4516672" cy="2377463"/>
          </a:xfrm>
          <a:prstGeom prst="rect">
            <a:avLst/>
          </a:prstGeom>
        </p:spPr>
      </p:pic>
      <p:pic>
        <p:nvPicPr>
          <p:cNvPr id="3076" name="Picture 4" descr="木の成長過程のイラスト8">
            <a:extLst>
              <a:ext uri="{FF2B5EF4-FFF2-40B4-BE49-F238E27FC236}">
                <a16:creationId xmlns:a16="http://schemas.microsoft.com/office/drawing/2014/main" id="{257C33CB-2D2D-4236-90F8-9195BBB2F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729" y="3484633"/>
            <a:ext cx="2536272" cy="33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青い鳥のイラスト">
            <a:extLst>
              <a:ext uri="{FF2B5EF4-FFF2-40B4-BE49-F238E27FC236}">
                <a16:creationId xmlns:a16="http://schemas.microsoft.com/office/drawing/2014/main" id="{165C1BFD-24D9-427E-8DFB-14B2A173A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6916" y="3363985"/>
            <a:ext cx="1157626" cy="1047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宝箱・宝物のイラスト">
            <a:extLst>
              <a:ext uri="{FF2B5EF4-FFF2-40B4-BE49-F238E27FC236}">
                <a16:creationId xmlns:a16="http://schemas.microsoft.com/office/drawing/2014/main" id="{092A0F09-C31C-49FC-9C8F-DD11F162AD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37562" y="4161617"/>
            <a:ext cx="2047512" cy="2019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ほとんど真っ白な壁紙/Almost All White - Mysterious iPhone Wallpaper">
            <a:extLst>
              <a:ext uri="{FF2B5EF4-FFF2-40B4-BE49-F238E27FC236}">
                <a16:creationId xmlns:a16="http://schemas.microsoft.com/office/drawing/2014/main" id="{DF12DC0F-2108-49D7-AA3E-A2CB46DF30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61" b="58014"/>
          <a:stretch/>
        </p:blipFill>
        <p:spPr bwMode="auto">
          <a:xfrm>
            <a:off x="3705778" y="1690687"/>
            <a:ext cx="3702050" cy="1057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ほとんど真っ白な壁紙/Almost All White - Mysterious iPhone Wallpaper">
            <a:extLst>
              <a:ext uri="{FF2B5EF4-FFF2-40B4-BE49-F238E27FC236}">
                <a16:creationId xmlns:a16="http://schemas.microsoft.com/office/drawing/2014/main" id="{EE358FC3-8DA0-41B3-9E79-88EA038AE1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52" t="7319" r="552" b="58014"/>
          <a:stretch/>
        </p:blipFill>
        <p:spPr bwMode="auto">
          <a:xfrm>
            <a:off x="7407828" y="501956"/>
            <a:ext cx="4616991" cy="2377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6559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水のキャラクター">
            <a:extLst>
              <a:ext uri="{FF2B5EF4-FFF2-40B4-BE49-F238E27FC236}">
                <a16:creationId xmlns:a16="http://schemas.microsoft.com/office/drawing/2014/main" id="{DE3D7DCC-D671-4370-9FDE-8E0880885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1751" y="-977135"/>
            <a:ext cx="839372" cy="839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ガーデニングのイラスト（男性）">
            <a:extLst>
              <a:ext uri="{FF2B5EF4-FFF2-40B4-BE49-F238E27FC236}">
                <a16:creationId xmlns:a16="http://schemas.microsoft.com/office/drawing/2014/main" id="{D8F9BA7D-E8D2-4886-8CA6-CE730717A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0009" y="2896490"/>
            <a:ext cx="428625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9EB3E95B-1C31-47A0-BA2D-A06CA2531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ルール説明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F3063DC-FD13-4CFF-80E2-524292314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敵を倒し水を獲得</a:t>
            </a:r>
            <a:endParaRPr kumimoji="1" lang="en-US" altLang="ja-JP" dirty="0"/>
          </a:p>
          <a:p>
            <a:r>
              <a:rPr kumimoji="1" lang="ja-JP" altLang="en-US" dirty="0"/>
              <a:t>植物に水を与え成長させる</a:t>
            </a:r>
            <a:endParaRPr kumimoji="1" lang="en-US" altLang="ja-JP" dirty="0"/>
          </a:p>
          <a:p>
            <a:r>
              <a:rPr lang="ja-JP" altLang="en-US" dirty="0"/>
              <a:t>水を与え続け木の</a:t>
            </a:r>
            <a:r>
              <a:rPr lang="en-US" altLang="ja-JP" dirty="0"/>
              <a:t>Lv100</a:t>
            </a:r>
            <a:r>
              <a:rPr lang="ja-JP" altLang="en-US" dirty="0"/>
              <a:t>を目指す</a:t>
            </a:r>
            <a:endParaRPr kumimoji="1" lang="en-US" altLang="ja-JP" dirty="0"/>
          </a:p>
          <a:p>
            <a:r>
              <a:rPr kumimoji="1" lang="ja-JP" altLang="en-US" dirty="0"/>
              <a:t>その前に木が死んだら</a:t>
            </a:r>
            <a:r>
              <a:rPr kumimoji="1" lang="en-US" altLang="ja-JP" dirty="0"/>
              <a:t>GAME</a:t>
            </a:r>
            <a:r>
              <a:rPr lang="en-US" altLang="ja-JP" dirty="0"/>
              <a:t>OVER</a:t>
            </a:r>
          </a:p>
          <a:p>
            <a:r>
              <a:rPr kumimoji="1" lang="ja-JP" altLang="en-US" dirty="0"/>
              <a:t>前作とは違う要素も用意</a:t>
            </a:r>
          </a:p>
        </p:txBody>
      </p:sp>
      <p:pic>
        <p:nvPicPr>
          <p:cNvPr id="4100" name="Picture 4" descr="モンスターのアイコン8">
            <a:extLst>
              <a:ext uri="{FF2B5EF4-FFF2-40B4-BE49-F238E27FC236}">
                <a16:creationId xmlns:a16="http://schemas.microsoft.com/office/drawing/2014/main" id="{E7ED9E84-5C88-4B4F-B1A4-CE9D61F30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035" y="5612234"/>
            <a:ext cx="1245765" cy="1245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モンステラのイラスト（観葉植物）">
            <a:extLst>
              <a:ext uri="{FF2B5EF4-FFF2-40B4-BE49-F238E27FC236}">
                <a16:creationId xmlns:a16="http://schemas.microsoft.com/office/drawing/2014/main" id="{D07DC46A-ECF1-4DE5-BDC8-C8BC6CECA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765" y="5291397"/>
            <a:ext cx="1230866" cy="145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竜騎士のイラスト">
            <a:extLst>
              <a:ext uri="{FF2B5EF4-FFF2-40B4-BE49-F238E27FC236}">
                <a16:creationId xmlns:a16="http://schemas.microsoft.com/office/drawing/2014/main" id="{0879BF15-30B3-4CA2-BDE3-77F55A801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833056" y="4305350"/>
            <a:ext cx="2202591" cy="2613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太陽のイラスト（黄）">
            <a:extLst>
              <a:ext uri="{FF2B5EF4-FFF2-40B4-BE49-F238E27FC236}">
                <a16:creationId xmlns:a16="http://schemas.microsoft.com/office/drawing/2014/main" id="{0F75870F-CE6D-491F-A8CA-D47B93FCA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5" y="-1411744"/>
            <a:ext cx="3258424" cy="3302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3987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5210AF-D3C1-4E11-AE04-1C377F34B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進捗状況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011FC4-116B-44A4-873B-FA395E6AC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5124" name="Picture 4" descr="木の成長過程のイラスト8">
            <a:extLst>
              <a:ext uri="{FF2B5EF4-FFF2-40B4-BE49-F238E27FC236}">
                <a16:creationId xmlns:a16="http://schemas.microsoft.com/office/drawing/2014/main" id="{775D4E0F-C497-4140-BCED-1FBE65DF4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460" y="3495230"/>
            <a:ext cx="2446183" cy="3253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漫符「ケガ・絆創膏」">
            <a:extLst>
              <a:ext uri="{FF2B5EF4-FFF2-40B4-BE49-F238E27FC236}">
                <a16:creationId xmlns:a16="http://schemas.microsoft.com/office/drawing/2014/main" id="{96942813-9A3F-438F-9A5E-776EBC9F7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891" y="5790637"/>
            <a:ext cx="263249" cy="263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妖精のイラスト（空想上の生物）">
            <a:extLst>
              <a:ext uri="{FF2B5EF4-FFF2-40B4-BE49-F238E27FC236}">
                <a16:creationId xmlns:a16="http://schemas.microsoft.com/office/drawing/2014/main" id="{4725470A-05CC-42AC-BFEB-EF7C4B2E1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9852" y="299103"/>
            <a:ext cx="1796586" cy="2095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ゴブリンのイラスト（空想上の生物）">
            <a:extLst>
              <a:ext uri="{FF2B5EF4-FFF2-40B4-BE49-F238E27FC236}">
                <a16:creationId xmlns:a16="http://schemas.microsoft.com/office/drawing/2014/main" id="{FF5EF206-14FD-4F2E-8895-82037AAC6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981" y="5435125"/>
            <a:ext cx="1161287" cy="1290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3088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BE0990-50AE-4216-8541-F8235354B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実装予定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F7667F-ACBE-4F2F-9EEC-D0F3459FD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BGM</a:t>
            </a:r>
            <a:r>
              <a:rPr lang="ja-JP" altLang="en-US" dirty="0"/>
              <a:t>・</a:t>
            </a:r>
            <a:r>
              <a:rPr lang="en-US" altLang="ja-JP" dirty="0"/>
              <a:t>SE</a:t>
            </a:r>
          </a:p>
          <a:p>
            <a:r>
              <a:rPr kumimoji="1" lang="ja-JP" altLang="en-US" dirty="0"/>
              <a:t>ゲーム本編以外のシーン</a:t>
            </a:r>
            <a:endParaRPr kumimoji="1" lang="en-US" altLang="ja-JP" dirty="0"/>
          </a:p>
          <a:p>
            <a:r>
              <a:rPr kumimoji="1" lang="ja-JP" altLang="en-US" dirty="0"/>
              <a:t>体力などのパラメータ表示</a:t>
            </a:r>
            <a:endParaRPr kumimoji="1" lang="en-US" altLang="ja-JP" dirty="0"/>
          </a:p>
          <a:p>
            <a:r>
              <a:rPr lang="ja-JP" altLang="en-US" dirty="0"/>
              <a:t>敵の追加</a:t>
            </a:r>
            <a:endParaRPr lang="en-US" altLang="ja-JP" dirty="0"/>
          </a:p>
          <a:p>
            <a:r>
              <a:rPr lang="ja-JP" altLang="en-US" dirty="0"/>
              <a:t>細かな要素</a:t>
            </a:r>
            <a:endParaRPr lang="en-US" altLang="ja-JP" dirty="0"/>
          </a:p>
          <a:p>
            <a:endParaRPr kumimoji="1" lang="ja-JP" altLang="en-US" dirty="0"/>
          </a:p>
        </p:txBody>
      </p:sp>
      <p:pic>
        <p:nvPicPr>
          <p:cNvPr id="1026" name="Picture 2" descr="サメのイラスト（魚）">
            <a:extLst>
              <a:ext uri="{FF2B5EF4-FFF2-40B4-BE49-F238E27FC236}">
                <a16:creationId xmlns:a16="http://schemas.microsoft.com/office/drawing/2014/main" id="{DE7536A6-4529-49EA-AD9D-B5E9D9472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2840" y="3845607"/>
            <a:ext cx="3314504" cy="191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かわいい象のイラスト">
            <a:extLst>
              <a:ext uri="{FF2B5EF4-FFF2-40B4-BE49-F238E27FC236}">
                <a16:creationId xmlns:a16="http://schemas.microsoft.com/office/drawing/2014/main" id="{BFF31F97-BC08-4771-AE21-EB69961BC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019656" y="3719958"/>
            <a:ext cx="3791484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クロコダイルのイラスト（ワニ）">
            <a:extLst>
              <a:ext uri="{FF2B5EF4-FFF2-40B4-BE49-F238E27FC236}">
                <a16:creationId xmlns:a16="http://schemas.microsoft.com/office/drawing/2014/main" id="{E6011EAA-29C1-4207-8A3E-D768755DC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7124" y="335275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4760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146</Words>
  <Application>Microsoft Office PowerPoint</Application>
  <PresentationFormat>ワイド画面</PresentationFormat>
  <Paragraphs>28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中間発表</vt:lpstr>
      <vt:lpstr>概要</vt:lpstr>
      <vt:lpstr>ゲームについて</vt:lpstr>
      <vt:lpstr>ルール説明</vt:lpstr>
      <vt:lpstr>進捗状況</vt:lpstr>
      <vt:lpstr>実装予定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中間発表</dc:title>
  <dc:creator>池田　翼</dc:creator>
  <cp:lastModifiedBy>池田　翼</cp:lastModifiedBy>
  <cp:revision>18</cp:revision>
  <dcterms:created xsi:type="dcterms:W3CDTF">2025-05-21T04:03:24Z</dcterms:created>
  <dcterms:modified xsi:type="dcterms:W3CDTF">2025-06-03T05:06:22Z</dcterms:modified>
</cp:coreProperties>
</file>