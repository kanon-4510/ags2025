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8" r:id="rId5"/>
    <p:sldId id="256" r:id="rId6"/>
    <p:sldId id="257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E38142-454D-4FD7-9683-8195E7255B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C5E2AAF-E6CB-4203-B4E0-9089700157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7DE80B9-A73C-40B3-8191-49AAAAFD6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403BD-669C-4EAB-B98E-599CACCCF98A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B549D0-150D-4E99-AF11-FD51F6ED5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1C005C6-6765-4147-A20D-FD3A3A494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4935-BDCD-40AB-BFFC-37B848445D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4646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223169-E66F-4954-9672-CA9A752C8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BED87A-7484-4479-BC3C-6877FA6BC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A2EA22-C636-4F10-9F0C-6D799146D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403BD-669C-4EAB-B98E-599CACCCF98A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67882C-5C9C-4458-87C7-122209EF6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B6AEB8-4FFE-4172-8F80-D09A3500A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4935-BDCD-40AB-BFFC-37B848445D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7839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B4DB3B-648B-4987-9B90-3A5FE1B03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C8615E3-C3A6-41BC-8901-34486773C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709962-1DCD-41E6-979A-D67B7AB83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403BD-669C-4EAB-B98E-599CACCCF98A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AE22C0-F23E-4F41-80A6-4D97F73BF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517EA3-61A9-4234-9F4B-7ACD6B428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4935-BDCD-40AB-BFFC-37B848445D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1663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C3D219-594A-4022-A246-031CC09A3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2BE621-844F-47A7-8BE9-C9C46C3A57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A2622F9-633F-4A1B-8F1D-27B204F32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A58DBB-6793-47A9-B9F6-454A34325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403BD-669C-4EAB-B98E-599CACCCF98A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A7F1C43-6A7C-42F3-AF54-3D8856FC4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3A54319-7595-4303-86A0-A1BCDB307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4935-BDCD-40AB-BFFC-37B848445D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2629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D4A6B6-99D7-4D7B-BB5C-2FA6E1EE5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A759827-834C-44C0-B000-416D59386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16C3E69-77A3-435A-A6B1-923B339BD6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5D2409E-9456-44EB-8C3E-3CE814D6EE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54C7C05-1715-4AF3-A01B-AE6571EBC7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A404D27-D6C3-4E8E-A9C8-9C0C1AF8F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403BD-669C-4EAB-B98E-599CACCCF98A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8BC254A-0088-4B55-AEC6-24B21AE8C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D4896ED-EF51-48AD-9D11-2E1AAA2F3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4935-BDCD-40AB-BFFC-37B848445D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0152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781730-45CE-4574-8765-A98B1A813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2056BD8-0345-4CBC-B838-107B23516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403BD-669C-4EAB-B98E-599CACCCF98A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CD198C3-4AEB-461A-AA77-F595CD076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9CEBB7C-7E88-4910-B6C7-65CE3C2F4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4935-BDCD-40AB-BFFC-37B848445D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0376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BE4954F-8D1D-4069-9823-948517868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403BD-669C-4EAB-B98E-599CACCCF98A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A51BD4C-CE57-47FD-BF1E-FD09C958C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406A897-2B20-4D56-8B2A-A24E7ECB1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4935-BDCD-40AB-BFFC-37B848445D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2735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6CC938-2A08-4E61-811F-5BE6BD189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D0831E0-11ED-431E-85D6-FF243932D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5050049-CD98-4859-888F-F04C5329D0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FC30B58-4400-431E-B418-0FBC0628F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403BD-669C-4EAB-B98E-599CACCCF98A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63FEE0-32CE-442E-9A67-B2044D055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10FDE99-79EE-44EB-B40F-C1826EDC9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4935-BDCD-40AB-BFFC-37B848445D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9077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B6E99E-A0D5-4FB0-88CC-951EE8B44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7B1F4C3-D849-47DF-A83A-BB8925F531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8B6C046-BBCA-4B7F-A8FD-CB88EA6CD4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D1E642D-6D89-409E-AD9C-D2FD8B72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403BD-669C-4EAB-B98E-599CACCCF98A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F29377F-5187-4A75-A19B-731017385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72DAA74-2D02-4B8F-BC64-25E3F336E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4935-BDCD-40AB-BFFC-37B848445D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6722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B2EEEC-9D0A-4890-BFE2-68C8FE8FE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E38F524-5E00-451A-8337-320E333C67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A4ED58-B591-419A-998D-96614C5E3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403BD-669C-4EAB-B98E-599CACCCF98A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2CB5DF0-7039-4F85-A176-1098DFDC6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467FAE1-51F3-47E5-97E7-964CF448E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4935-BDCD-40AB-BFFC-37B848445D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1757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AC69AEA-A3C4-4986-8CF3-A5505BDFFA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194B3A0-8633-48D8-B826-72938BD2B5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DE0CB2-4EF8-4D44-9146-091A35298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403BD-669C-4EAB-B98E-599CACCCF98A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D2E688-6CD5-43EE-AC4D-5A93D4B92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63FE8C5-AEF4-463B-96C3-3E3E1F030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14935-BDCD-40AB-BFFC-37B848445D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7016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71C90C1-EBE3-4212-AA3D-26A329D2A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1D61891-C196-40FE-80B2-BBED87ECE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0C8A84-AA3F-429C-ACA3-4DE7819731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8403BD-669C-4EAB-B98E-599CACCCF98A}" type="datetimeFigureOut">
              <a:rPr kumimoji="1" lang="ja-JP" altLang="en-US" smtClean="0"/>
              <a:t>2025/10/1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3EDEED-0513-462B-A97F-CB657F89E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B9E161-AAD1-4391-9E89-C40A251A4C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14935-BDCD-40AB-BFFC-37B848445D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2175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F1839A-3B28-4A27-B1C3-367A582537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プログラム説明資料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1C6A39D-11A0-49B8-83E6-DC9CE551E8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9331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6978E0B-29D5-4F5D-9146-22D167D1979E}"/>
              </a:ext>
            </a:extLst>
          </p:cNvPr>
          <p:cNvSpPr/>
          <p:nvPr/>
        </p:nvSpPr>
        <p:spPr>
          <a:xfrm>
            <a:off x="181764" y="83089"/>
            <a:ext cx="1501630" cy="645952"/>
          </a:xfrm>
          <a:prstGeom prst="rect">
            <a:avLst/>
          </a:prstGeom>
          <a:solidFill>
            <a:srgbClr val="FFC00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application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C3180AB-F16C-4BD4-8B3A-278EE3C56797}"/>
              </a:ext>
            </a:extLst>
          </p:cNvPr>
          <p:cNvSpPr/>
          <p:nvPr/>
        </p:nvSpPr>
        <p:spPr>
          <a:xfrm>
            <a:off x="181763" y="1177255"/>
            <a:ext cx="1501631" cy="713064"/>
          </a:xfrm>
          <a:prstGeom prst="rect">
            <a:avLst/>
          </a:prstGeom>
          <a:solidFill>
            <a:srgbClr val="FFC00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Scene</a:t>
            </a:r>
          </a:p>
          <a:p>
            <a:pPr algn="ctr"/>
            <a:r>
              <a:rPr kumimoji="1" lang="en-US" altLang="ja-JP" dirty="0"/>
              <a:t>Manager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30F88E0-6DB5-4495-947B-3BF771B4E2F9}"/>
              </a:ext>
            </a:extLst>
          </p:cNvPr>
          <p:cNvSpPr/>
          <p:nvPr/>
        </p:nvSpPr>
        <p:spPr>
          <a:xfrm>
            <a:off x="1289808" y="3100781"/>
            <a:ext cx="1241571" cy="645952"/>
          </a:xfrm>
          <a:prstGeom prst="rect">
            <a:avLst/>
          </a:prstGeom>
          <a:solidFill>
            <a:srgbClr val="FFC00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Game</a:t>
            </a:r>
          </a:p>
          <a:p>
            <a:pPr algn="ctr"/>
            <a:r>
              <a:rPr kumimoji="1" lang="en-US" altLang="ja-JP" dirty="0"/>
              <a:t>Scene</a:t>
            </a:r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1261D11-2F98-4268-B1DA-7A4A28A7BABB}"/>
              </a:ext>
            </a:extLst>
          </p:cNvPr>
          <p:cNvSpPr/>
          <p:nvPr/>
        </p:nvSpPr>
        <p:spPr>
          <a:xfrm>
            <a:off x="1289808" y="2189526"/>
            <a:ext cx="1241571" cy="645952"/>
          </a:xfrm>
          <a:prstGeom prst="rect">
            <a:avLst/>
          </a:prstGeom>
          <a:solidFill>
            <a:srgbClr val="FFC00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Title</a:t>
            </a:r>
          </a:p>
          <a:p>
            <a:pPr algn="ctr"/>
            <a:r>
              <a:rPr kumimoji="1" lang="en-US" altLang="ja-JP" dirty="0"/>
              <a:t>Scene</a:t>
            </a:r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39F39676-75AB-437A-B618-30264F852338}"/>
              </a:ext>
            </a:extLst>
          </p:cNvPr>
          <p:cNvSpPr/>
          <p:nvPr/>
        </p:nvSpPr>
        <p:spPr>
          <a:xfrm>
            <a:off x="1289808" y="3916607"/>
            <a:ext cx="1241571" cy="645952"/>
          </a:xfrm>
          <a:prstGeom prst="rect">
            <a:avLst/>
          </a:prstGeom>
          <a:solidFill>
            <a:srgbClr val="FFC00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 err="1"/>
              <a:t>GameOver</a:t>
            </a:r>
            <a:endParaRPr lang="en-US" altLang="ja-JP" sz="1400" dirty="0"/>
          </a:p>
          <a:p>
            <a:pPr algn="ctr"/>
            <a:r>
              <a:rPr kumimoji="1" lang="en-US" altLang="ja-JP" sz="1400" dirty="0"/>
              <a:t>Scene</a:t>
            </a:r>
            <a:endParaRPr kumimoji="1" lang="ja-JP" altLang="en-US" sz="14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6E3E00A-E57F-4D44-961B-04D0D318F841}"/>
              </a:ext>
            </a:extLst>
          </p:cNvPr>
          <p:cNvSpPr/>
          <p:nvPr/>
        </p:nvSpPr>
        <p:spPr>
          <a:xfrm>
            <a:off x="1289807" y="4878892"/>
            <a:ext cx="1241571" cy="645952"/>
          </a:xfrm>
          <a:prstGeom prst="rect">
            <a:avLst/>
          </a:prstGeom>
          <a:solidFill>
            <a:srgbClr val="FFC00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Clear</a:t>
            </a:r>
          </a:p>
          <a:p>
            <a:pPr algn="ctr"/>
            <a:r>
              <a:rPr kumimoji="1" lang="en-US" altLang="ja-JP" dirty="0"/>
              <a:t>Scene</a:t>
            </a:r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96652EF-E64D-4B46-AEB5-11AB75A55BBA}"/>
              </a:ext>
            </a:extLst>
          </p:cNvPr>
          <p:cNvSpPr/>
          <p:nvPr/>
        </p:nvSpPr>
        <p:spPr>
          <a:xfrm>
            <a:off x="5714995" y="3945099"/>
            <a:ext cx="1241571" cy="645952"/>
          </a:xfrm>
          <a:prstGeom prst="rect">
            <a:avLst/>
          </a:prstGeom>
          <a:solidFill>
            <a:srgbClr val="FFC00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Player</a:t>
            </a:r>
            <a:endParaRPr kumimoji="1" lang="ja-JP" altLang="en-US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62F92D1-1A83-4C46-8149-921419AB02E6}"/>
              </a:ext>
            </a:extLst>
          </p:cNvPr>
          <p:cNvSpPr/>
          <p:nvPr/>
        </p:nvSpPr>
        <p:spPr>
          <a:xfrm>
            <a:off x="5714995" y="3039965"/>
            <a:ext cx="1241571" cy="645952"/>
          </a:xfrm>
          <a:prstGeom prst="rect">
            <a:avLst/>
          </a:prstGeom>
          <a:solidFill>
            <a:srgbClr val="FFC00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Enemy</a:t>
            </a:r>
            <a:endParaRPr kumimoji="1"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DD1EA8B-A21F-4857-AF79-927BC1085B6A}"/>
              </a:ext>
            </a:extLst>
          </p:cNvPr>
          <p:cNvSpPr/>
          <p:nvPr/>
        </p:nvSpPr>
        <p:spPr>
          <a:xfrm>
            <a:off x="3521099" y="4496500"/>
            <a:ext cx="1241571" cy="645952"/>
          </a:xfrm>
          <a:prstGeom prst="rect">
            <a:avLst/>
          </a:prstGeom>
          <a:solidFill>
            <a:srgbClr val="FFC00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Tree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1B64F9B-4399-4F5F-AB76-EC556EAE0F17}"/>
              </a:ext>
            </a:extLst>
          </p:cNvPr>
          <p:cNvSpPr/>
          <p:nvPr/>
        </p:nvSpPr>
        <p:spPr>
          <a:xfrm>
            <a:off x="3521100" y="3738347"/>
            <a:ext cx="1241571" cy="645952"/>
          </a:xfrm>
          <a:prstGeom prst="rect">
            <a:avLst/>
          </a:prstGeom>
          <a:solidFill>
            <a:srgbClr val="FFC00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 err="1"/>
              <a:t>MiniMap</a:t>
            </a:r>
            <a:endParaRPr kumimoji="1" lang="ja-JP" alt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EE0F621-056F-4682-81DD-6A5E06DD76FE}"/>
              </a:ext>
            </a:extLst>
          </p:cNvPr>
          <p:cNvSpPr/>
          <p:nvPr/>
        </p:nvSpPr>
        <p:spPr>
          <a:xfrm>
            <a:off x="3531757" y="5331553"/>
            <a:ext cx="1241571" cy="645952"/>
          </a:xfrm>
          <a:prstGeom prst="rect">
            <a:avLst/>
          </a:prstGeom>
          <a:solidFill>
            <a:srgbClr val="FFC00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Stage</a:t>
            </a:r>
            <a:endParaRPr kumimoji="1" lang="ja-JP" altLang="en-US" dirty="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840D947-D74D-4C95-80B2-64CB68913DD3}"/>
              </a:ext>
            </a:extLst>
          </p:cNvPr>
          <p:cNvSpPr/>
          <p:nvPr/>
        </p:nvSpPr>
        <p:spPr>
          <a:xfrm>
            <a:off x="5714995" y="2134830"/>
            <a:ext cx="1241571" cy="645952"/>
          </a:xfrm>
          <a:prstGeom prst="rect">
            <a:avLst/>
          </a:prstGeom>
          <a:solidFill>
            <a:srgbClr val="FFC00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Item</a:t>
            </a:r>
            <a:endParaRPr kumimoji="1" lang="ja-JP" altLang="en-US" dirty="0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C75D231-9E8D-4DF1-AF46-B8B66540E7DC}"/>
              </a:ext>
            </a:extLst>
          </p:cNvPr>
          <p:cNvSpPr/>
          <p:nvPr/>
        </p:nvSpPr>
        <p:spPr>
          <a:xfrm>
            <a:off x="7553581" y="5887668"/>
            <a:ext cx="1241571" cy="645952"/>
          </a:xfrm>
          <a:prstGeom prst="rect">
            <a:avLst/>
          </a:prstGeom>
          <a:solidFill>
            <a:srgbClr val="FFC00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Enemy</a:t>
            </a:r>
          </a:p>
          <a:p>
            <a:pPr algn="ctr"/>
            <a:r>
              <a:rPr lang="en-US" altLang="ja-JP" dirty="0"/>
              <a:t>Cactus</a:t>
            </a:r>
            <a:endParaRPr kumimoji="1" lang="ja-JP" altLang="en-US" dirty="0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7F9A9123-2C14-4D32-9192-EA7B0A014977}"/>
              </a:ext>
            </a:extLst>
          </p:cNvPr>
          <p:cNvSpPr/>
          <p:nvPr/>
        </p:nvSpPr>
        <p:spPr>
          <a:xfrm>
            <a:off x="7553583" y="5008577"/>
            <a:ext cx="1241571" cy="645952"/>
          </a:xfrm>
          <a:prstGeom prst="rect">
            <a:avLst/>
          </a:prstGeom>
          <a:solidFill>
            <a:srgbClr val="FFC00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Enemy</a:t>
            </a:r>
          </a:p>
          <a:p>
            <a:pPr algn="ctr"/>
            <a:r>
              <a:rPr lang="en-US" altLang="ja-JP" dirty="0"/>
              <a:t>Dog</a:t>
            </a:r>
            <a:endParaRPr kumimoji="1" lang="ja-JP" altLang="en-US" dirty="0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212A5867-447B-4B82-82D7-2E8E892B30A2}"/>
              </a:ext>
            </a:extLst>
          </p:cNvPr>
          <p:cNvSpPr/>
          <p:nvPr/>
        </p:nvSpPr>
        <p:spPr>
          <a:xfrm>
            <a:off x="7553584" y="4195545"/>
            <a:ext cx="1241571" cy="645952"/>
          </a:xfrm>
          <a:prstGeom prst="rect">
            <a:avLst/>
          </a:prstGeom>
          <a:solidFill>
            <a:srgbClr val="FFC00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Enemy</a:t>
            </a:r>
          </a:p>
          <a:p>
            <a:pPr algn="ctr"/>
            <a:r>
              <a:rPr lang="en-US" altLang="ja-JP" dirty="0"/>
              <a:t>Mimic</a:t>
            </a:r>
            <a:endParaRPr kumimoji="1" lang="ja-JP" altLang="en-US" dirty="0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FABE42CC-A0B0-4089-830A-18BB75106568}"/>
              </a:ext>
            </a:extLst>
          </p:cNvPr>
          <p:cNvSpPr/>
          <p:nvPr/>
        </p:nvSpPr>
        <p:spPr>
          <a:xfrm>
            <a:off x="7553584" y="3362941"/>
            <a:ext cx="1241571" cy="645952"/>
          </a:xfrm>
          <a:prstGeom prst="rect">
            <a:avLst/>
          </a:prstGeom>
          <a:solidFill>
            <a:srgbClr val="FFC00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/>
              <a:t>Enemy</a:t>
            </a:r>
          </a:p>
          <a:p>
            <a:pPr algn="ctr"/>
            <a:r>
              <a:rPr lang="en-US" altLang="ja-JP" sz="1400" dirty="0"/>
              <a:t>Mushroom</a:t>
            </a:r>
            <a:endParaRPr kumimoji="1" lang="ja-JP" altLang="en-US" sz="1400" dirty="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845DDF2-8C34-4310-81B9-DEBD01BA88D7}"/>
              </a:ext>
            </a:extLst>
          </p:cNvPr>
          <p:cNvSpPr/>
          <p:nvPr/>
        </p:nvSpPr>
        <p:spPr>
          <a:xfrm>
            <a:off x="7553582" y="2567731"/>
            <a:ext cx="1241571" cy="645952"/>
          </a:xfrm>
          <a:prstGeom prst="rect">
            <a:avLst/>
          </a:prstGeom>
          <a:solidFill>
            <a:srgbClr val="FFC00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Enemy</a:t>
            </a:r>
          </a:p>
          <a:p>
            <a:pPr algn="ctr"/>
            <a:r>
              <a:rPr lang="en-US" altLang="ja-JP" dirty="0"/>
              <a:t>Onion</a:t>
            </a:r>
            <a:endParaRPr kumimoji="1" lang="ja-JP" altLang="en-US" dirty="0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3666120-EEA0-4B00-ADC0-7FB4BC8A1134}"/>
              </a:ext>
            </a:extLst>
          </p:cNvPr>
          <p:cNvSpPr/>
          <p:nvPr/>
        </p:nvSpPr>
        <p:spPr>
          <a:xfrm>
            <a:off x="7553585" y="329623"/>
            <a:ext cx="1241571" cy="645952"/>
          </a:xfrm>
          <a:prstGeom prst="rect">
            <a:avLst/>
          </a:prstGeom>
          <a:solidFill>
            <a:srgbClr val="FFC00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Enemy</a:t>
            </a:r>
          </a:p>
          <a:p>
            <a:pPr algn="ctr"/>
            <a:r>
              <a:rPr kumimoji="1" lang="en-US" altLang="ja-JP" dirty="0"/>
              <a:t>Boss</a:t>
            </a:r>
            <a:endParaRPr kumimoji="1" lang="ja-JP" altLang="en-US" dirty="0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B6631EE8-580D-4B5B-9D14-467080C7D665}"/>
              </a:ext>
            </a:extLst>
          </p:cNvPr>
          <p:cNvSpPr/>
          <p:nvPr/>
        </p:nvSpPr>
        <p:spPr>
          <a:xfrm>
            <a:off x="7553585" y="1042687"/>
            <a:ext cx="1241571" cy="645952"/>
          </a:xfrm>
          <a:prstGeom prst="rect">
            <a:avLst/>
          </a:prstGeom>
          <a:solidFill>
            <a:srgbClr val="FFC00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Enemy</a:t>
            </a:r>
          </a:p>
          <a:p>
            <a:pPr algn="ctr"/>
            <a:r>
              <a:rPr lang="en-US" altLang="ja-JP" dirty="0"/>
              <a:t>Thorn</a:t>
            </a:r>
            <a:endParaRPr kumimoji="1" lang="ja-JP" altLang="en-US" dirty="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0BF2994-1EBA-426B-89EC-340FEB90576F}"/>
              </a:ext>
            </a:extLst>
          </p:cNvPr>
          <p:cNvSpPr/>
          <p:nvPr/>
        </p:nvSpPr>
        <p:spPr>
          <a:xfrm>
            <a:off x="7553585" y="1800491"/>
            <a:ext cx="1241571" cy="645952"/>
          </a:xfrm>
          <a:prstGeom prst="rect">
            <a:avLst/>
          </a:prstGeom>
          <a:solidFill>
            <a:srgbClr val="FFC00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Enemy</a:t>
            </a:r>
          </a:p>
          <a:p>
            <a:pPr algn="ctr"/>
            <a:r>
              <a:rPr kumimoji="1" lang="en-US" altLang="ja-JP" dirty="0"/>
              <a:t>V</a:t>
            </a:r>
            <a:r>
              <a:rPr lang="en-US" altLang="ja-JP" dirty="0"/>
              <a:t>irus</a:t>
            </a:r>
            <a:endParaRPr kumimoji="1" lang="ja-JP" altLang="en-US" dirty="0"/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50FF14B0-7D5E-4ADA-914F-EF63090712E4}"/>
              </a:ext>
            </a:extLst>
          </p:cNvPr>
          <p:cNvCxnSpPr>
            <a:endCxn id="7" idx="1"/>
          </p:cNvCxnSpPr>
          <p:nvPr/>
        </p:nvCxnSpPr>
        <p:spPr>
          <a:xfrm>
            <a:off x="932578" y="2512502"/>
            <a:ext cx="357230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4B3F1F2D-E255-4074-9753-B8075736E8C3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932579" y="729041"/>
            <a:ext cx="0" cy="448214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2A651500-98FB-4411-BF21-14C3425EB009}"/>
              </a:ext>
            </a:extLst>
          </p:cNvPr>
          <p:cNvSpPr/>
          <p:nvPr/>
        </p:nvSpPr>
        <p:spPr>
          <a:xfrm>
            <a:off x="3521099" y="2835478"/>
            <a:ext cx="1241571" cy="645952"/>
          </a:xfrm>
          <a:prstGeom prst="rect">
            <a:avLst/>
          </a:prstGeom>
          <a:solidFill>
            <a:srgbClr val="FFC000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Actor</a:t>
            </a:r>
          </a:p>
          <a:p>
            <a:pPr algn="ctr"/>
            <a:r>
              <a:rPr kumimoji="1" lang="en-US" altLang="ja-JP" dirty="0"/>
              <a:t>Base</a:t>
            </a:r>
            <a:endParaRPr kumimoji="1" lang="ja-JP" altLang="en-US" dirty="0"/>
          </a:p>
        </p:txBody>
      </p:sp>
      <p:cxnSp>
        <p:nvCxnSpPr>
          <p:cNvPr id="37" name="コネクタ: カギ線 36">
            <a:extLst>
              <a:ext uri="{FF2B5EF4-FFF2-40B4-BE49-F238E27FC236}">
                <a16:creationId xmlns:a16="http://schemas.microsoft.com/office/drawing/2014/main" id="{E8C4724B-055E-4D08-9C16-8ACA81172E41}"/>
              </a:ext>
            </a:extLst>
          </p:cNvPr>
          <p:cNvCxnSpPr>
            <a:stCxn id="11" idx="3"/>
            <a:endCxn id="21" idx="1"/>
          </p:cNvCxnSpPr>
          <p:nvPr/>
        </p:nvCxnSpPr>
        <p:spPr>
          <a:xfrm flipV="1">
            <a:off x="6956566" y="652599"/>
            <a:ext cx="597019" cy="2710342"/>
          </a:xfrm>
          <a:prstGeom prst="bentConnector3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コネクタ: カギ線 38">
            <a:extLst>
              <a:ext uri="{FF2B5EF4-FFF2-40B4-BE49-F238E27FC236}">
                <a16:creationId xmlns:a16="http://schemas.microsoft.com/office/drawing/2014/main" id="{18D5D48C-50D4-4975-83C7-D3E72D0B82A5}"/>
              </a:ext>
            </a:extLst>
          </p:cNvPr>
          <p:cNvCxnSpPr>
            <a:stCxn id="11" idx="3"/>
            <a:endCxn id="16" idx="1"/>
          </p:cNvCxnSpPr>
          <p:nvPr/>
        </p:nvCxnSpPr>
        <p:spPr>
          <a:xfrm>
            <a:off x="6956566" y="3362941"/>
            <a:ext cx="597015" cy="2847703"/>
          </a:xfrm>
          <a:prstGeom prst="bentConnector3">
            <a:avLst>
              <a:gd name="adj1" fmla="val 50000"/>
            </a:avLst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コネクタ: カギ線 40">
            <a:extLst>
              <a:ext uri="{FF2B5EF4-FFF2-40B4-BE49-F238E27FC236}">
                <a16:creationId xmlns:a16="http://schemas.microsoft.com/office/drawing/2014/main" id="{AEB83BFF-3C95-4D05-88EF-25F609F38D24}"/>
              </a:ext>
            </a:extLst>
          </p:cNvPr>
          <p:cNvCxnSpPr>
            <a:stCxn id="11" idx="3"/>
            <a:endCxn id="22" idx="1"/>
          </p:cNvCxnSpPr>
          <p:nvPr/>
        </p:nvCxnSpPr>
        <p:spPr>
          <a:xfrm flipV="1">
            <a:off x="6956566" y="1365663"/>
            <a:ext cx="597019" cy="1997278"/>
          </a:xfrm>
          <a:prstGeom prst="bentConnector3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コネクタ: カギ線 42">
            <a:extLst>
              <a:ext uri="{FF2B5EF4-FFF2-40B4-BE49-F238E27FC236}">
                <a16:creationId xmlns:a16="http://schemas.microsoft.com/office/drawing/2014/main" id="{ED9E3999-1054-449C-BF78-E805867D1CCA}"/>
              </a:ext>
            </a:extLst>
          </p:cNvPr>
          <p:cNvCxnSpPr>
            <a:stCxn id="11" idx="3"/>
            <a:endCxn id="23" idx="1"/>
          </p:cNvCxnSpPr>
          <p:nvPr/>
        </p:nvCxnSpPr>
        <p:spPr>
          <a:xfrm flipV="1">
            <a:off x="6956566" y="2123467"/>
            <a:ext cx="597019" cy="1239474"/>
          </a:xfrm>
          <a:prstGeom prst="bentConnector3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コネクタ: カギ線 44">
            <a:extLst>
              <a:ext uri="{FF2B5EF4-FFF2-40B4-BE49-F238E27FC236}">
                <a16:creationId xmlns:a16="http://schemas.microsoft.com/office/drawing/2014/main" id="{47C2047E-000C-4D96-8822-8A195F87D322}"/>
              </a:ext>
            </a:extLst>
          </p:cNvPr>
          <p:cNvCxnSpPr>
            <a:stCxn id="11" idx="3"/>
            <a:endCxn id="20" idx="1"/>
          </p:cNvCxnSpPr>
          <p:nvPr/>
        </p:nvCxnSpPr>
        <p:spPr>
          <a:xfrm flipV="1">
            <a:off x="6956566" y="2890707"/>
            <a:ext cx="597016" cy="472234"/>
          </a:xfrm>
          <a:prstGeom prst="bentConnector3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コネクタ: カギ線 48">
            <a:extLst>
              <a:ext uri="{FF2B5EF4-FFF2-40B4-BE49-F238E27FC236}">
                <a16:creationId xmlns:a16="http://schemas.microsoft.com/office/drawing/2014/main" id="{6E42C9F3-F8B0-442B-96C3-926A02B0F63F}"/>
              </a:ext>
            </a:extLst>
          </p:cNvPr>
          <p:cNvCxnSpPr>
            <a:stCxn id="11" idx="3"/>
            <a:endCxn id="17" idx="1"/>
          </p:cNvCxnSpPr>
          <p:nvPr/>
        </p:nvCxnSpPr>
        <p:spPr>
          <a:xfrm>
            <a:off x="6956566" y="3362941"/>
            <a:ext cx="597017" cy="1968612"/>
          </a:xfrm>
          <a:prstGeom prst="bentConnector3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コネクタ: カギ線 50">
            <a:extLst>
              <a:ext uri="{FF2B5EF4-FFF2-40B4-BE49-F238E27FC236}">
                <a16:creationId xmlns:a16="http://schemas.microsoft.com/office/drawing/2014/main" id="{89D4960D-5B51-4E57-97C8-E464622AB632}"/>
              </a:ext>
            </a:extLst>
          </p:cNvPr>
          <p:cNvCxnSpPr>
            <a:stCxn id="11" idx="3"/>
            <a:endCxn id="18" idx="1"/>
          </p:cNvCxnSpPr>
          <p:nvPr/>
        </p:nvCxnSpPr>
        <p:spPr>
          <a:xfrm>
            <a:off x="6956566" y="3362941"/>
            <a:ext cx="597018" cy="1155580"/>
          </a:xfrm>
          <a:prstGeom prst="bentConnector3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コネクタ: カギ線 52">
            <a:extLst>
              <a:ext uri="{FF2B5EF4-FFF2-40B4-BE49-F238E27FC236}">
                <a16:creationId xmlns:a16="http://schemas.microsoft.com/office/drawing/2014/main" id="{5BAA9CAE-4685-4A32-A80D-75620C8BD612}"/>
              </a:ext>
            </a:extLst>
          </p:cNvPr>
          <p:cNvCxnSpPr>
            <a:stCxn id="11" idx="3"/>
            <a:endCxn id="19" idx="1"/>
          </p:cNvCxnSpPr>
          <p:nvPr/>
        </p:nvCxnSpPr>
        <p:spPr>
          <a:xfrm>
            <a:off x="6956566" y="3362941"/>
            <a:ext cx="597018" cy="322976"/>
          </a:xfrm>
          <a:prstGeom prst="bentConnector3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コネクタ: カギ線 54">
            <a:extLst>
              <a:ext uri="{FF2B5EF4-FFF2-40B4-BE49-F238E27FC236}">
                <a16:creationId xmlns:a16="http://schemas.microsoft.com/office/drawing/2014/main" id="{16DDEFC6-44C9-432E-932B-1E8F4AA5AB84}"/>
              </a:ext>
            </a:extLst>
          </p:cNvPr>
          <p:cNvCxnSpPr>
            <a:cxnSpLocks/>
            <a:stCxn id="32" idx="3"/>
            <a:endCxn id="15" idx="1"/>
          </p:cNvCxnSpPr>
          <p:nvPr/>
        </p:nvCxnSpPr>
        <p:spPr>
          <a:xfrm flipV="1">
            <a:off x="4762670" y="2457806"/>
            <a:ext cx="952325" cy="700648"/>
          </a:xfrm>
          <a:prstGeom prst="bentConnector3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コネクタ: カギ線 56">
            <a:extLst>
              <a:ext uri="{FF2B5EF4-FFF2-40B4-BE49-F238E27FC236}">
                <a16:creationId xmlns:a16="http://schemas.microsoft.com/office/drawing/2014/main" id="{19B5AC00-2F99-4BA3-ABF6-27A4680DE49B}"/>
              </a:ext>
            </a:extLst>
          </p:cNvPr>
          <p:cNvCxnSpPr>
            <a:stCxn id="32" idx="3"/>
            <a:endCxn id="11" idx="1"/>
          </p:cNvCxnSpPr>
          <p:nvPr/>
        </p:nvCxnSpPr>
        <p:spPr>
          <a:xfrm>
            <a:off x="4762670" y="3158454"/>
            <a:ext cx="952325" cy="204487"/>
          </a:xfrm>
          <a:prstGeom prst="bentConnector3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コネクタ: カギ線 58">
            <a:extLst>
              <a:ext uri="{FF2B5EF4-FFF2-40B4-BE49-F238E27FC236}">
                <a16:creationId xmlns:a16="http://schemas.microsoft.com/office/drawing/2014/main" id="{E1C2AE92-684C-4EF6-B6CD-62F044F67371}"/>
              </a:ext>
            </a:extLst>
          </p:cNvPr>
          <p:cNvCxnSpPr>
            <a:stCxn id="32" idx="3"/>
            <a:endCxn id="10" idx="1"/>
          </p:cNvCxnSpPr>
          <p:nvPr/>
        </p:nvCxnSpPr>
        <p:spPr>
          <a:xfrm>
            <a:off x="4762670" y="3158454"/>
            <a:ext cx="952325" cy="1109621"/>
          </a:xfrm>
          <a:prstGeom prst="bentConnector3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コネクタ: カギ線 111">
            <a:extLst>
              <a:ext uri="{FF2B5EF4-FFF2-40B4-BE49-F238E27FC236}">
                <a16:creationId xmlns:a16="http://schemas.microsoft.com/office/drawing/2014/main" id="{2BBA40BE-B1D6-4099-804E-8B6261D68D8B}"/>
              </a:ext>
            </a:extLst>
          </p:cNvPr>
          <p:cNvCxnSpPr>
            <a:stCxn id="6" idx="3"/>
            <a:endCxn id="32" idx="1"/>
          </p:cNvCxnSpPr>
          <p:nvPr/>
        </p:nvCxnSpPr>
        <p:spPr>
          <a:xfrm flipV="1">
            <a:off x="2531379" y="3158454"/>
            <a:ext cx="989720" cy="265303"/>
          </a:xfrm>
          <a:prstGeom prst="bentConnector3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コネクタ: カギ線 113">
            <a:extLst>
              <a:ext uri="{FF2B5EF4-FFF2-40B4-BE49-F238E27FC236}">
                <a16:creationId xmlns:a16="http://schemas.microsoft.com/office/drawing/2014/main" id="{6E8F62A4-1BFA-40EA-807D-056950ADB2D2}"/>
              </a:ext>
            </a:extLst>
          </p:cNvPr>
          <p:cNvCxnSpPr>
            <a:stCxn id="6" idx="3"/>
            <a:endCxn id="13" idx="1"/>
          </p:cNvCxnSpPr>
          <p:nvPr/>
        </p:nvCxnSpPr>
        <p:spPr>
          <a:xfrm>
            <a:off x="2531379" y="3423757"/>
            <a:ext cx="989721" cy="637566"/>
          </a:xfrm>
          <a:prstGeom prst="bentConnector3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コネクタ: カギ線 115">
            <a:extLst>
              <a:ext uri="{FF2B5EF4-FFF2-40B4-BE49-F238E27FC236}">
                <a16:creationId xmlns:a16="http://schemas.microsoft.com/office/drawing/2014/main" id="{DA205FB1-3C88-4E60-83F8-545E656C49A3}"/>
              </a:ext>
            </a:extLst>
          </p:cNvPr>
          <p:cNvCxnSpPr>
            <a:stCxn id="6" idx="3"/>
            <a:endCxn id="12" idx="1"/>
          </p:cNvCxnSpPr>
          <p:nvPr/>
        </p:nvCxnSpPr>
        <p:spPr>
          <a:xfrm>
            <a:off x="2531379" y="3423757"/>
            <a:ext cx="989720" cy="1395719"/>
          </a:xfrm>
          <a:prstGeom prst="bentConnector3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コネクタ: カギ線 117">
            <a:extLst>
              <a:ext uri="{FF2B5EF4-FFF2-40B4-BE49-F238E27FC236}">
                <a16:creationId xmlns:a16="http://schemas.microsoft.com/office/drawing/2014/main" id="{76C9BD0E-F069-4831-B3D1-DD228957B2C5}"/>
              </a:ext>
            </a:extLst>
          </p:cNvPr>
          <p:cNvCxnSpPr>
            <a:stCxn id="6" idx="3"/>
            <a:endCxn id="14" idx="1"/>
          </p:cNvCxnSpPr>
          <p:nvPr/>
        </p:nvCxnSpPr>
        <p:spPr>
          <a:xfrm>
            <a:off x="2531379" y="3423757"/>
            <a:ext cx="1000378" cy="2230772"/>
          </a:xfrm>
          <a:prstGeom prst="bentConnector3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コネクタ: カギ線 123">
            <a:extLst>
              <a:ext uri="{FF2B5EF4-FFF2-40B4-BE49-F238E27FC236}">
                <a16:creationId xmlns:a16="http://schemas.microsoft.com/office/drawing/2014/main" id="{DD59ADA7-5652-4F0D-9E9F-20D8AA0A5A2F}"/>
              </a:ext>
            </a:extLst>
          </p:cNvPr>
          <p:cNvCxnSpPr>
            <a:stCxn id="5" idx="2"/>
            <a:endCxn id="6" idx="1"/>
          </p:cNvCxnSpPr>
          <p:nvPr/>
        </p:nvCxnSpPr>
        <p:spPr>
          <a:xfrm rot="16200000" flipH="1">
            <a:off x="344474" y="2478423"/>
            <a:ext cx="1533438" cy="357229"/>
          </a:xfrm>
          <a:prstGeom prst="bentConnector2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コネクタ: カギ線 125">
            <a:extLst>
              <a:ext uri="{FF2B5EF4-FFF2-40B4-BE49-F238E27FC236}">
                <a16:creationId xmlns:a16="http://schemas.microsoft.com/office/drawing/2014/main" id="{4CF35E92-BA6F-4C7E-B9A1-02BC0A3327A4}"/>
              </a:ext>
            </a:extLst>
          </p:cNvPr>
          <p:cNvCxnSpPr>
            <a:stCxn id="5" idx="2"/>
            <a:endCxn id="8" idx="1"/>
          </p:cNvCxnSpPr>
          <p:nvPr/>
        </p:nvCxnSpPr>
        <p:spPr>
          <a:xfrm rot="16200000" flipH="1">
            <a:off x="-63439" y="2886336"/>
            <a:ext cx="2349264" cy="357229"/>
          </a:xfrm>
          <a:prstGeom prst="bentConnector2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コネクタ: カギ線 127">
            <a:extLst>
              <a:ext uri="{FF2B5EF4-FFF2-40B4-BE49-F238E27FC236}">
                <a16:creationId xmlns:a16="http://schemas.microsoft.com/office/drawing/2014/main" id="{89172C40-0D0C-4D32-BBD6-6A198F3F5A46}"/>
              </a:ext>
            </a:extLst>
          </p:cNvPr>
          <p:cNvCxnSpPr>
            <a:endCxn id="9" idx="1"/>
          </p:cNvCxnSpPr>
          <p:nvPr/>
        </p:nvCxnSpPr>
        <p:spPr>
          <a:xfrm rot="16200000" flipH="1">
            <a:off x="-520217" y="3391843"/>
            <a:ext cx="3262817" cy="357231"/>
          </a:xfrm>
          <a:prstGeom prst="bentConnector2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D8DA05F6-7A5C-45C5-9654-E364D612AC5F}"/>
              </a:ext>
            </a:extLst>
          </p:cNvPr>
          <p:cNvSpPr txBox="1"/>
          <p:nvPr/>
        </p:nvSpPr>
        <p:spPr>
          <a:xfrm>
            <a:off x="9126029" y="332851"/>
            <a:ext cx="35862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 dirty="0"/>
              <a:t>4</a:t>
            </a:r>
            <a:r>
              <a:rPr kumimoji="1" lang="ja-JP" altLang="en-US" sz="4000" dirty="0"/>
              <a:t>人チーム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84584C35-7333-4BBF-AA6F-FA699456B770}"/>
              </a:ext>
            </a:extLst>
          </p:cNvPr>
          <p:cNvSpPr txBox="1"/>
          <p:nvPr/>
        </p:nvSpPr>
        <p:spPr>
          <a:xfrm>
            <a:off x="9126029" y="1037595"/>
            <a:ext cx="14622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担当箇所</a:t>
            </a:r>
            <a:br>
              <a:rPr kumimoji="1" lang="en-US" altLang="ja-JP" dirty="0"/>
            </a:br>
            <a:r>
              <a:rPr kumimoji="1" lang="en-US" altLang="ja-JP" dirty="0" err="1"/>
              <a:t>GameScene</a:t>
            </a:r>
            <a:br>
              <a:rPr kumimoji="1" lang="en-US" altLang="ja-JP" dirty="0"/>
            </a:br>
            <a:r>
              <a:rPr kumimoji="1" lang="en-US" altLang="ja-JP" dirty="0"/>
              <a:t>Tree</a:t>
            </a:r>
            <a:br>
              <a:rPr kumimoji="1" lang="en-US" altLang="ja-JP" dirty="0"/>
            </a:br>
            <a:r>
              <a:rPr kumimoji="1" lang="en-US" altLang="ja-JP" dirty="0" err="1"/>
              <a:t>EnemyBase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47268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B845D2A-F03C-40CC-A56C-161A4087CA7F}"/>
              </a:ext>
            </a:extLst>
          </p:cNvPr>
          <p:cNvSpPr/>
          <p:nvPr/>
        </p:nvSpPr>
        <p:spPr>
          <a:xfrm>
            <a:off x="378616" y="5537244"/>
            <a:ext cx="9892305" cy="105650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F094437-5D23-46DA-8048-2552A988A2FE}"/>
              </a:ext>
            </a:extLst>
          </p:cNvPr>
          <p:cNvSpPr/>
          <p:nvPr/>
        </p:nvSpPr>
        <p:spPr>
          <a:xfrm>
            <a:off x="378616" y="545176"/>
            <a:ext cx="9892305" cy="499206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E6C2E26C-488C-41F4-B43F-141301213004}"/>
              </a:ext>
            </a:extLst>
          </p:cNvPr>
          <p:cNvSpPr/>
          <p:nvPr/>
        </p:nvSpPr>
        <p:spPr>
          <a:xfrm>
            <a:off x="3330429" y="5450088"/>
            <a:ext cx="6565342" cy="8627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B47F4BB-C580-46C0-BF9F-E9AEDF54E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31" y="813624"/>
            <a:ext cx="2958854" cy="29881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C7775063-9985-46AF-AF81-7D12A886A0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284" y="813623"/>
            <a:ext cx="6292487" cy="445784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B50D83E-B294-4CBA-95C5-9D33BC91E2B5}"/>
              </a:ext>
            </a:extLst>
          </p:cNvPr>
          <p:cNvSpPr txBox="1"/>
          <p:nvPr/>
        </p:nvSpPr>
        <p:spPr>
          <a:xfrm>
            <a:off x="378616" y="175844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制作した箇所を詳しく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8D13252-70CA-4A7F-B04E-922CCBD10CE7}"/>
              </a:ext>
            </a:extLst>
          </p:cNvPr>
          <p:cNvSpPr/>
          <p:nvPr/>
        </p:nvSpPr>
        <p:spPr>
          <a:xfrm>
            <a:off x="644431" y="4007041"/>
            <a:ext cx="2685998" cy="23057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FE6565F-C961-4626-B900-9B41E3EBB1C5}"/>
              </a:ext>
            </a:extLst>
          </p:cNvPr>
          <p:cNvSpPr txBox="1"/>
          <p:nvPr/>
        </p:nvSpPr>
        <p:spPr>
          <a:xfrm>
            <a:off x="644431" y="4070271"/>
            <a:ext cx="26859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GameScene</a:t>
            </a:r>
            <a:r>
              <a:rPr kumimoji="1" lang="ja-JP" altLang="en-US" dirty="0"/>
              <a:t>内で呼び出される</a:t>
            </a:r>
            <a:r>
              <a:rPr kumimoji="1" lang="en-US" altLang="ja-JP" dirty="0" err="1"/>
              <a:t>EnemyCreate</a:t>
            </a:r>
            <a:r>
              <a:rPr kumimoji="1" lang="ja-JP" altLang="en-US" dirty="0"/>
              <a:t>では、さまざまなタイプの敵を生成したり、ある条件下でのみボスを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D47997D-5862-4AB1-9ED5-31245E19DCF6}"/>
              </a:ext>
            </a:extLst>
          </p:cNvPr>
          <p:cNvSpPr txBox="1"/>
          <p:nvPr/>
        </p:nvSpPr>
        <p:spPr>
          <a:xfrm>
            <a:off x="644431" y="5450088"/>
            <a:ext cx="92513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生み出すなどの処理を行っています。生成位置を前後左右のステージ端から選び、その後タイプを絞り生成され目標に向かって進んでいきます。これらは全てランダムに決まるので遊ぶたびに難易度がば</a:t>
            </a:r>
            <a:r>
              <a:rPr kumimoji="1" lang="ja-JP" altLang="en-US" dirty="0" err="1"/>
              <a:t>らけ</a:t>
            </a:r>
            <a:r>
              <a:rPr kumimoji="1" lang="ja-JP" altLang="en-US" dirty="0"/>
              <a:t>、</a:t>
            </a:r>
            <a:r>
              <a:rPr lang="ja-JP" altLang="en-US" dirty="0"/>
              <a:t>何度も遊べるような</a:t>
            </a:r>
            <a:r>
              <a:rPr kumimoji="1" lang="ja-JP" altLang="en-US" dirty="0"/>
              <a:t>工夫になっています。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478883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1e5a149-266e-432d-8faf-ade50d9fdd56">
      <Terms xmlns="http://schemas.microsoft.com/office/infopath/2007/PartnerControls"/>
    </lcf76f155ced4ddcb4097134ff3c332f>
    <TaxCatchAll xmlns="e0a8c95c-6dae-4f77-a2d2-8b5a09ee11e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6C06D50EF1532E4291129858878AD0D1" ma:contentTypeVersion="12" ma:contentTypeDescription="新しいドキュメントを作成します。" ma:contentTypeScope="" ma:versionID="c3bfc9d4b6e5ec2e322d3a62f03f0c25">
  <xsd:schema xmlns:xsd="http://www.w3.org/2001/XMLSchema" xmlns:xs="http://www.w3.org/2001/XMLSchema" xmlns:p="http://schemas.microsoft.com/office/2006/metadata/properties" xmlns:ns2="a1e5a149-266e-432d-8faf-ade50d9fdd56" xmlns:ns3="e0a8c95c-6dae-4f77-a2d2-8b5a09ee11e1" targetNamespace="http://schemas.microsoft.com/office/2006/metadata/properties" ma:root="true" ma:fieldsID="1e8a7d2f566ed1413d95e8eec4fab930" ns2:_="" ns3:_="">
    <xsd:import namespace="a1e5a149-266e-432d-8faf-ade50d9fdd56"/>
    <xsd:import namespace="e0a8c95c-6dae-4f77-a2d2-8b5a09ee11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e5a149-266e-432d-8faf-ade50d9fdd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7a3d4e50-da24-4b51-9333-67165e7dee8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a8c95c-6dae-4f77-a2d2-8b5a09ee11e1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c783b554-8a0f-4cde-92c0-80b88f3bfd34}" ma:internalName="TaxCatchAll" ma:showField="CatchAllData" ma:web="e0a8c95c-6dae-4f77-a2d2-8b5a09ee11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FD0D07D-48B9-4E96-BFFE-2A7F1884EDB8}">
  <ds:schemaRefs>
    <ds:schemaRef ds:uri="http://purl.org/dc/terms/"/>
    <ds:schemaRef ds:uri="a1e5a149-266e-432d-8faf-ade50d9fdd56"/>
    <ds:schemaRef ds:uri="http://www.w3.org/XML/1998/namespace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e0a8c95c-6dae-4f77-a2d2-8b5a09ee11e1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5C5415A6-A462-458D-B0FC-B27FFF761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1e5a149-266e-432d-8faf-ade50d9fdd56"/>
    <ds:schemaRef ds:uri="e0a8c95c-6dae-4f77-a2d2-8b5a09ee11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DA6D3D6-4239-498B-961B-684BDDA8AAE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130</Words>
  <Application>Microsoft Office PowerPoint</Application>
  <PresentationFormat>ワイド画面</PresentationFormat>
  <Paragraphs>41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プログラム説明資料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田中 良明</dc:creator>
  <cp:lastModifiedBy>池田　翼</cp:lastModifiedBy>
  <cp:revision>12</cp:revision>
  <dcterms:created xsi:type="dcterms:W3CDTF">2025-09-30T07:18:36Z</dcterms:created>
  <dcterms:modified xsi:type="dcterms:W3CDTF">2025-10-01T04:07:34Z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0x0101006C06D50EF1532E4291129858878AD0D1</vt:lpwstr>
  </property>
</Properties>
</file>